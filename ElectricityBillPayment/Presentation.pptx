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1" r:id="rId3"/>
    <p:sldId id="282" r:id="rId4"/>
    <p:sldId id="290" r:id="rId5"/>
    <p:sldId id="318" r:id="rId6"/>
    <p:sldId id="314" r:id="rId7"/>
    <p:sldId id="288" r:id="rId8"/>
    <p:sldId id="284" r:id="rId9"/>
    <p:sldId id="291" r:id="rId10"/>
    <p:sldId id="292" r:id="rId11"/>
    <p:sldId id="316" r:id="rId12"/>
    <p:sldId id="289" r:id="rId13"/>
    <p:sldId id="299" r:id="rId14"/>
    <p:sldId id="297" r:id="rId15"/>
    <p:sldId id="293" r:id="rId16"/>
    <p:sldId id="294" r:id="rId17"/>
    <p:sldId id="295" r:id="rId18"/>
    <p:sldId id="296" r:id="rId19"/>
    <p:sldId id="298" r:id="rId20"/>
    <p:sldId id="301" r:id="rId21"/>
    <p:sldId id="302" r:id="rId22"/>
    <p:sldId id="317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3" r:id="rId31"/>
    <p:sldId id="311" r:id="rId32"/>
    <p:sldId id="31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8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1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14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7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4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4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1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1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CC9B4-104D-422D-8554-3BB76E717F49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C7490-52BE-47AD-87F2-B8C9F86D9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08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0800" y="304800"/>
            <a:ext cx="6934200" cy="838200"/>
          </a:xfrm>
        </p:spPr>
        <p:txBody>
          <a:bodyPr>
            <a:normAutofit fontScale="90000"/>
          </a:bodyPr>
          <a:lstStyle/>
          <a:p>
            <a:r>
              <a:rPr lang="en-US" sz="2000" u="sng" dirty="0"/>
              <a:t/>
            </a:r>
            <a:br>
              <a:rPr lang="en-US" sz="2000" u="sng" dirty="0"/>
            </a:br>
            <a:r>
              <a:rPr lang="en-US" sz="4000" u="sng" dirty="0">
                <a:latin typeface="Times New Roman" pitchFamily="18" charset="0"/>
                <a:cs typeface="Times New Roman" pitchFamily="18" charset="0"/>
              </a:rPr>
              <a:t>Electricity Billing System</a:t>
            </a:r>
            <a:r>
              <a:rPr lang="en-US" sz="4000" u="sng" dirty="0"/>
              <a:t/>
            </a:r>
            <a:br>
              <a:rPr lang="en-US" sz="4000" u="sng" dirty="0"/>
            </a:br>
            <a:endParaRPr lang="en-US" sz="4000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76400"/>
            <a:ext cx="9144000" cy="4800600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CST-2215 (Advance Java Programming)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Project Report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Ma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Hlaing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Myat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Mon(Leader)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Mg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Arkar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Kyaw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Thu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Mg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Kyaw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Linn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Htet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Ma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Khaing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Zin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Thant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Mg Ye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Yint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Aung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Ma Mon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Myat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Theingi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Mg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Zwe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Htet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Naing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59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1"/>
            <a:ext cx="8534400" cy="50593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AU" dirty="0"/>
          </a:p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Manage the information of  electricity bill.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This system provides report for bill and customers.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/>
          </a:p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Manage the information of stored record.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80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079864"/>
            <a:ext cx="8534400" cy="50593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To pay meter bill on online easily.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/>
          </a:p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Not only save time but also reduce people’s fatigue.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 do the works more effectively.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To calculate users’ meter bill easily themselves.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009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132115"/>
            <a:ext cx="8534400" cy="50593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This system not only calculate but also pay bill online easily and show receipts.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/>
          </a:p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Even the general users can calculate their meter bill and also know meter per unit.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/>
          </a:p>
          <a:p>
            <a:pPr>
              <a:buFont typeface="Wingdings" panose="05000000000000000000" pitchFamily="2" charset="2"/>
              <a:buChar char="q"/>
            </a:pPr>
            <a:r>
              <a:rPr lang="en-AU" dirty="0"/>
              <a:t>This system can calculate meter bill either  for home meter type or for other meter type.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72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818B670-2276-4B81-AFE4-DFD0DA2D3ED7}"/>
              </a:ext>
            </a:extLst>
          </p:cNvPr>
          <p:cNvSpPr txBox="1"/>
          <p:nvPr/>
        </p:nvSpPr>
        <p:spPr>
          <a:xfrm flipH="1">
            <a:off x="7279341" y="887506"/>
            <a:ext cx="396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Data flow for </a:t>
            </a:r>
            <a:r>
              <a:rPr lang="en-US" sz="4800" b="1" dirty="0" smtClean="0"/>
              <a:t>USER</a:t>
            </a:r>
            <a:endParaRPr lang="en-US" sz="4800" b="1" dirty="0"/>
          </a:p>
        </p:txBody>
      </p:sp>
      <p:pic>
        <p:nvPicPr>
          <p:cNvPr id="2050" name="Picture 2" descr="https://documents.lucid.app/documents/7541e31f-46bc-4c4e-aa97-7cfffc3a854b/pages/0_0?a=1682&amp;x=269&amp;y=-25&amp;w=1081&amp;h=1833&amp;store=1&amp;accept=image%2F*&amp;auth=LCA%20d2effec8195f0866477e980832b2e75adac4a88b8425f4e79a7e90a208b267af-ts%3D16956418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7279340" cy="6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59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818B670-2276-4B81-AFE4-DFD0DA2D3ED7}"/>
              </a:ext>
            </a:extLst>
          </p:cNvPr>
          <p:cNvSpPr txBox="1"/>
          <p:nvPr/>
        </p:nvSpPr>
        <p:spPr>
          <a:xfrm flipH="1">
            <a:off x="7279341" y="887506"/>
            <a:ext cx="396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Data flow for ADMIN</a:t>
            </a:r>
          </a:p>
        </p:txBody>
      </p:sp>
      <p:pic>
        <p:nvPicPr>
          <p:cNvPr id="1026" name="Picture 2" descr="https://documents.lucid.app/documents/7541e31f-46bc-4c4e-aa97-7cfffc3a854b/pages/0_0?a=909&amp;x=112&amp;y=4&amp;w=1015&amp;h=1191&amp;store=1&amp;accept=image%2F*&amp;auth=LCA%208adbe40ef9215c6695db4ae6a563640e27a17ec5fa002ba7a0f6e1c7b9a0caf8-ts%3D16956418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13360"/>
            <a:ext cx="7248525" cy="664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688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design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663" y="1417639"/>
            <a:ext cx="8548674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07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027612"/>
            <a:ext cx="8534400" cy="50593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330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629" y="222069"/>
            <a:ext cx="11848011" cy="6413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36" y="352697"/>
            <a:ext cx="11327395" cy="553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60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03" y="169818"/>
            <a:ext cx="11887200" cy="641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3" y="404949"/>
            <a:ext cx="11521440" cy="636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22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6388"/>
            <a:ext cx="11338559" cy="625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7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1257"/>
            <a:ext cx="12192000" cy="659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92" y="1005840"/>
            <a:ext cx="10514215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549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069" y="209006"/>
            <a:ext cx="11730445" cy="6492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9" y="770708"/>
            <a:ext cx="11343364" cy="458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6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90" y="796834"/>
            <a:ext cx="10161923" cy="50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3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206" y="640080"/>
            <a:ext cx="9831398" cy="502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23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12" y="1136469"/>
            <a:ext cx="9375719" cy="420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92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691" y="261257"/>
            <a:ext cx="11652069" cy="630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994" y="1149532"/>
            <a:ext cx="9983256" cy="409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34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102" y="1045029"/>
            <a:ext cx="9089451" cy="479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798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069" y="274320"/>
            <a:ext cx="11639005" cy="6361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930" y="1199957"/>
            <a:ext cx="8756139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08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496389"/>
            <a:ext cx="10071463" cy="582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6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613954"/>
            <a:ext cx="10045336" cy="551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86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74" y="1005840"/>
            <a:ext cx="10241279" cy="498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06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29" y="431074"/>
            <a:ext cx="11022761" cy="58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99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98" y="1123406"/>
            <a:ext cx="9744892" cy="465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83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257" y="300446"/>
            <a:ext cx="11665132" cy="616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19" y="783771"/>
            <a:ext cx="9653451" cy="53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87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" y="156754"/>
            <a:ext cx="11795760" cy="64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440" y="117565"/>
            <a:ext cx="11795760" cy="64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6" y="796834"/>
            <a:ext cx="9679577" cy="508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4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492" y="1463041"/>
            <a:ext cx="10053017" cy="399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50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" y="143691"/>
            <a:ext cx="11965577" cy="6453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57" y="1554481"/>
            <a:ext cx="10590141" cy="390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74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7" y="1737362"/>
            <a:ext cx="10091156" cy="349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70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863" y="1384665"/>
            <a:ext cx="9684321" cy="450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2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1"/>
            <a:ext cx="8534400" cy="50593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 generate electricity bill with all the changes 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This system is convenient for any kind of users.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 make the billing process more faster and easier.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 reduce the amount of manual data entry and gives greater efficiency.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351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1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2397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168</Words>
  <Application>Microsoft Office PowerPoint</Application>
  <PresentationFormat>Custom</PresentationFormat>
  <Paragraphs>53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 Electricity Billing System </vt:lpstr>
      <vt:lpstr> Introduction</vt:lpstr>
      <vt:lpstr>Objective</vt:lpstr>
      <vt:lpstr>Abstract</vt:lpstr>
      <vt:lpstr>PowerPoint Presentation</vt:lpstr>
      <vt:lpstr>PowerPoint Presentation</vt:lpstr>
      <vt:lpstr>Database design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Conclusion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Billing System</dc:title>
  <dc:creator>Windows User</dc:creator>
  <cp:lastModifiedBy>user</cp:lastModifiedBy>
  <cp:revision>21</cp:revision>
  <dcterms:created xsi:type="dcterms:W3CDTF">2023-09-14T07:54:31Z</dcterms:created>
  <dcterms:modified xsi:type="dcterms:W3CDTF">2023-09-25T04:51:04Z</dcterms:modified>
</cp:coreProperties>
</file>